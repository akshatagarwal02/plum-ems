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 EMS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Escalation Management System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Plum EMS?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Enterprise escalation &amp; case management dashboard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analytics for support teams and VPs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Multi-channel data integration (Email, Slack, WhatsApp)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AI-powered issue classification and routing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1,150+ escalation records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749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SLA tracking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1148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priority levels (Critical to Low)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480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Multi-department support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 Process &amp; Design Philosophy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Support teams need unified view of escalations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Manual data entry is time-consuming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SLA breaches cause reputation damage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Decision-makers need real-time insights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modular, scalable dashboard architecture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749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Integrate multiple data sources seamlessly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1148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Provide AI-powered intelligent analysis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480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Enable manual data upload for flexibility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Tech Stack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Flask (Python) - lightweight API framework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SQLite - embedded database (ephemeral on Render)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APScheduler - background jobs for auto-sync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Pandas &amp; OpenPyXL - file processing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Vanilla JavaScript - no build tools required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749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CSS3 - dark theme with professional styling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1148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Responsive design - works on all devices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480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Cache-busting query parameters for updates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" y="52578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Render.com - Python web service hosting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623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GitHub - source control &amp; CI/CD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5989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Environment variables for configuration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1: VP Daily Brief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Morning digest of critical escalations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Highlights SLA breaches and unassigned cases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Executive summary with actionable insights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Queries escalations WHERE priority='Critical'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Tracks department-wise SLA heatmap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749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Identifies highest-risk accounts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1148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Generates AI summaries with action items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2: Real-time Dashboard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KPI metrics (Open, Closed, Blocked)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Trend analysis (30-day historical view)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Owner workload distribution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Department-wise performance heatmap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calls fetch fresh escalation data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749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Chart.js renders visual analytics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1148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updates without page refresh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480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Filterable by priority, status, department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3: CSV/Excel Upload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Upload CSV or Excel files with escalation data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Auto-analysis with same intelligence as main system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Drag-and-drop interface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Generates detailed reports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Pandas reads CSV/Excel files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749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OpenPyXL handles complex Excel formats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1148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Backend endpoint: POST /api/upload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480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Temporary storage in memory dictionary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846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Frontend renders results in real-time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4: External Data Sync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Integration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OAuth 2.0 authentication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Pulls messages from specified channels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Auto-detects escalation keywords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Stores in escalations table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Integration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Gmail API with OAuth 2.0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749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Syncs support emails from inbox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1148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Extracts subject, body, priority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480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Links with account data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 Scheduler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" y="52578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APScheduler runs every 5 minutes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623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Non-blocking background jobs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5989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Handles errors gracefully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63550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Shows last sync timestamp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Logic &amp; Algorithms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Formula: (Size Weight * Multiplier) + (Urgency * 1.1) + Sentiment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Enterprise=4x, Mid-Market=2.5x, SME=1.5x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Angry sentiment = +2.5 points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Range: 0-25 (Critical &gt;= 16)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Classification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Keyword matching against 20+ issue types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749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Maps to departments (Claims, Engineering, etc)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1148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Assigns urgency levels 3-10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480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Generates AI-powered action items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Tracking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" y="52578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Calculates delay_days from timestamp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623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Tracks resolution TAT (turnaround time)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5989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Flags breaches with red indicators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&amp; Deployment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468880" y="11887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https://plum-ems.onrender.com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468880" y="19202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https://github.com/AkshatAgarwal02/plum-ems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Stats: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468880" y="26517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https://plum-ems.onrender.com/api/dashboard/stats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Render.com (Deployed)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 &amp; Roadmap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Enhanced Features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Persistent PostgreSQL database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Microsoft Teams integration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Webhooks for real-time notifications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 escalation rules builder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AI &amp; Automation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GPT-powered summarization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749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Predictive SLA breach warnings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1148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Auto-assignment based on skills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480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Sentiment analysis for anger detection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Enterprise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" y="52578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Multi-tenant architecture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623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SAML/SSO authentication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5989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 logging &amp; compliance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63550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White-label customization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1: Route Conflict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Flask catch-all route intercepting API paths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Solution: Moved catch-all to END of routes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2: NULL Values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SQLite SUM() returns NULL, not 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Solution: Wrapped with COALESCE()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3: Browser Cache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794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Old JavaScript cached by browser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160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Solution: Cache-busting query parameters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4: Ephemeral Storage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4937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Database recreated on Render redeploy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5303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Solution: Auto-generate on build phase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Built scalable, modular escalation dashboard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Integrated multiple data sources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Deployed to production on Render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Implemented AI-powered analytics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Solved complex routing &amp; database issues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2026-03-20T08:34:54Z</dcterms:created>
  <dcterms:modified xsi:type="dcterms:W3CDTF">2026-03-20T08:34:54Z</dcterms:modified>
</cp:coreProperties>
</file>